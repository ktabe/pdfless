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Lorem Ipsum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amet, consectetur adipiscing elit.</a:t>
            </a:r>
          </a:p>
          <a:p>
            <a:r>
              <a:t>日本語の箇条書きサンプルです。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サンプルスライド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Sed do eiusmod tempor incididunt ut labore et dolore magna aliqua.</a:t>
            </a:r>
          </a:p>
          <a:p>
            <a:r>
              <a:t>2行目の日本語テキストです。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